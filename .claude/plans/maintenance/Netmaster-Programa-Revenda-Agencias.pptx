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NETMASTER · PARCEIROS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de Revenda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Agências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31520" y="39776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Revende os planos de manutenção Netmaster com desconto direto — a relação com o cliente final continua a ser tua.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01368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3852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57276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 de desconto direto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783080" y="199339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os planos Essencial, Standard e Premium — o preço fica contigo, a diferença face ao cliente final é a tua margem.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34930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63016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326440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manténs a relação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783080" y="368503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final é sempre teu — a Netmaster trabalha nos bastidores, sem contacto direto não solicitado.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5184648"/>
            <a:ext cx="548640" cy="548640"/>
          </a:xfrm>
          <a:prstGeom prst="ellipse">
            <a:avLst/>
          </a:prstGeom>
          <a:solidFill>
            <a:srgbClr val="1C4E7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32180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495604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Nós tratamos da parte técnica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783080" y="537667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Atualizações, backups, segurança e suporte executados pela Netmaster; tu focas-te na gestão da conta.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Preços de Revenda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de desconto em todos os planos, exceto AI Automated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468880"/>
        </p:xfrm>
        <a:graphic>
          <a:graphicData uri="http://schemas.openxmlformats.org/drawingml/2006/table">
            <a:tbl>
              <a:tblPr/>
              <a:tblGrid>
                <a:gridCol w="2926080"/>
                <a:gridCol w="3017520"/>
                <a:gridCol w="2743200"/>
                <a:gridCol w="2377440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Plano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Preço Cliente Final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Preço Agência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Poupança/mês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332"/>
                          </a:solidFill>
                        </a:rPr>
                        <a:t>AI Automated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</a:rPr>
                        <a:t>15€/mês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15€/mês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6B7C"/>
                          </a:solidFill>
                        </a:rPr>
                        <a:t>Sem desconto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332"/>
                          </a:solidFill>
                        </a:rPr>
                        <a:t>Essencial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</a:rPr>
                        <a:t>40€/mês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</a:rPr>
                        <a:t>34€/mês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</a:rPr>
                        <a:t>-6€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332"/>
                          </a:solidFill>
                        </a:rPr>
                        <a:t>Standard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</a:rPr>
                        <a:t>80€/mês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4E73"/>
                          </a:solidFill>
                        </a:rPr>
                        <a:t>68€/mês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</a:rPr>
                        <a:t>-12€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332"/>
                          </a:solidFill>
                        </a:rPr>
                        <a:t>Premium / E-commerce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</a:rPr>
                        <a:t>160€/mês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77D18"/>
                          </a:solidFill>
                        </a:rPr>
                        <a:t>136€/mês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</a:rPr>
                        <a:t>-24€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6052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407408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434340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anuais: 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aplica-se a mesma redução de 15% aos valores anuais (ex: Essencial 400€/ano → 340€/ano de preço de agência).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Faturação: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Netmaster fatura à agência ao preço de agência; a agência fatura o cliente final ao preço que definir.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Partilha de Horas Entre Clientes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02920"/>
          </a:xfrm>
          <a:prstGeom prst="ellipse">
            <a:avLst/>
          </a:prstGeom>
          <a:solidFill>
            <a:srgbClr val="1C4E7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1704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0584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num único pacote e distribui livremente.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pacotes de horas que compras como agência não ficam presos a um cliente — podes distribuí-los pelos planos de manutenção de todos os teus clientes, conforme a necessidade de cada mês. Isto permite comprar sempre ao escalão de preço mais baixo (ex: 150h a 20€/h), em vez de cada cliente comprar horas avulsas isoladamente a um preço mais alto.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1106424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clientes precisam de 10h extra este semestre (50h no total)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703320"/>
          <a:ext cx="10332720" cy="1188720"/>
        </p:xfrm>
        <a:graphic>
          <a:graphicData uri="http://schemas.openxmlformats.org/drawingml/2006/table">
            <a:tbl>
              <a:tblPr/>
              <a:tblGrid>
                <a:gridCol w="5303520"/>
                <a:gridCol w="274320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Cenário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Cálculo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</a:rPr>
                        <a:t>Cada cliente compra avulso (30€/h)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</a:rPr>
                        <a:t>5 × 10h × 30€/h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</a:rPr>
                        <a:t>1.500€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</a:rPr>
                        <a:t>Agência compra um pacote de 50h (24€/h)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</a:rPr>
                        <a:t>50h × 24€/h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</a:rPr>
                        <a:t>1.200€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914400" y="5074920"/>
            <a:ext cx="3931920" cy="822960"/>
          </a:xfrm>
          <a:prstGeom prst="roundRect">
            <a:avLst>
              <a:gd name="adj" fmla="val 50000"/>
            </a:avLst>
          </a:prstGeom>
          <a:solidFill>
            <a:srgbClr val="F2A93B">
              <a:alpha val="15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914400" y="50749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Poupança: </a:t>
            </a:r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300€ (20%)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Escalões de Pacotes de Horas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por hora igual para agências e clientes finais — o desconto de agência aplica-se aos planos, não a este tarifário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675120" cy="3931920"/>
        </p:xfrm>
        <a:graphic>
          <a:graphicData uri="http://schemas.openxmlformats.org/drawingml/2006/table">
            <a:tbl>
              <a:tblPr/>
              <a:tblGrid>
                <a:gridCol w="2834640"/>
                <a:gridCol w="1920240"/>
                <a:gridCol w="192024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Pacote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Preço/hora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Validade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Hora avulsa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30€/h + IVA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1 mês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10h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28€/h + IVA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3 meses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25h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26€/h + IVA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6 meses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50h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24€/h + IVA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9 meses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75h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22€/h + IVA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12 meses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150h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20€/h + IVA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18 meses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41732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132A46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fora de contrato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35€/h + IVA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589520" y="320040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maior o pacote, menor o preço por hora — compra ao escalão mais alto que a tua carteira de clientes justificar.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construir uma parceria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cresce com a tua carteira de clientes.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39959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3886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parceiros@netmaster.pt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connosco para ativar a tua conta de agência parceira.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de Revenda Netmaster para Agências</dc:title>
  <dc:subject>PptxGenJS Presentation</dc:subject>
  <dc:creator>Netmaster</dc:creator>
  <cp:lastModifiedBy>Netmaster</cp:lastModifiedBy>
  <cp:revision>1</cp:revision>
  <dcterms:created xsi:type="dcterms:W3CDTF">2026-07-07T13:58:57Z</dcterms:created>
  <dcterms:modified xsi:type="dcterms:W3CDTF">2026-07-07T13:58:57Z</dcterms:modified>
</cp:coreProperties>
</file>