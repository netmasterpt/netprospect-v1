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NETMASTER · PARTNERS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Reseller Program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Agencies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 Netmaster maintenance plans at a direct discount — the relationship with the end client stays yours.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0136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385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57276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 direct discount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83080" y="19933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Essential, Standard and Premium plans — the price is yours to keep; the gap versus the end-client price is your margin.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4930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6301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32644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keep the relationship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783080" y="368503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client is always yours — Netmaster works behind the scenes, with no unsolicited direct contact.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1C4E7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32180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9560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handle the technical side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783080" y="537667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Updates, backups, security and support delivered by Netmaster; you focus on account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Reseller Pricing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discount on all plans, except AI Automated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46888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  <a:gridCol w="2743200"/>
                <a:gridCol w="237744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End-Client Price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Agency Price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Monthly Savings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</a:rPr>
                        <a:t>AI Automated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</a:rPr>
                        <a:t>€15/month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€15/month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6B7C"/>
                          </a:solidFill>
                        </a:rPr>
                        <a:t>No discount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</a:rPr>
                        <a:t>Essential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</a:rPr>
                        <a:t>€40/month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</a:rPr>
                        <a:t>€34/month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</a:rPr>
                        <a:t>-€6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</a:rPr>
                        <a:t>Standard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</a:rPr>
                        <a:t>€80/month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4E73"/>
                          </a:solidFill>
                        </a:rPr>
                        <a:t>€68/month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</a:rPr>
                        <a:t>-€12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2332"/>
                          </a:solidFill>
                        </a:rPr>
                        <a:t>Premium / E-commerce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</a:rPr>
                        <a:t>€160/month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77D18"/>
                          </a:solidFill>
                        </a:rPr>
                        <a:t>€136/month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</a:rPr>
                        <a:t>-€24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052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40740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434340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prices: 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15% reduction applies to annual values (e.g. Essential €400/yr → €340/yr agency price).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Netmaster invoices the agency at the agency price; the agency invoices the end client at whatever price it sets.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Pooling Across Clients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02920"/>
          </a:xfrm>
          <a:prstGeom prst="ellipse">
            <a:avLst/>
          </a:prstGeom>
          <a:solidFill>
            <a:srgbClr val="1C4E7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1704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0584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in one package, allocate freely.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hour packages you buy as an agency aren't tied to a single client — you can allocate them across the maintenance plans of all your clients, as needed each month. This lets you always buy at the lowest price tier (e.g. 150h at €20/h), instead of each client buying top-up hours individually at a higher rate.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110642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clients each need 10h extra this half-year (50h total)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703320"/>
          <a:ext cx="10332720" cy="1188720"/>
        </p:xfrm>
        <a:graphic>
          <a:graphicData uri="http://schemas.openxmlformats.org/drawingml/2006/table">
            <a:tbl>
              <a:tblPr/>
              <a:tblGrid>
                <a:gridCol w="5303520"/>
                <a:gridCol w="274320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Calculation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Each client buys individually (€30/h)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5 × 10h × €30/h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€1,500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Agency buys one 50h package (€24/h)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50h × €24/h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</a:rPr>
                        <a:t>€1,200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914400" y="5074920"/>
            <a:ext cx="3931920" cy="822960"/>
          </a:xfrm>
          <a:prstGeom prst="roundRect">
            <a:avLst>
              <a:gd name="adj" fmla="val 50000"/>
            </a:avLst>
          </a:prstGeom>
          <a:solidFill>
            <a:srgbClr val="F2A93B">
              <a:alpha val="15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50749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Savings: </a:t>
            </a:r>
            <a:pPr algn="ct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€300 (20%)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Package Tiers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hourly rate for agencies and end clients — the agency discount applies to the plans, not to this rate card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675120" cy="393192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Package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Price/hour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Validity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Single hour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€30/h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 month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10h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€28/h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3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25h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€26/h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6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50h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€24/h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9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75h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€22/h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12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150h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€20/h + VAT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18 months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17320"/>
            <a:ext cx="4023360" cy="1554480"/>
          </a:xfrm>
          <a:prstGeom prst="roundRect">
            <a:avLst>
              <a:gd name="adj" fmla="val 3529"/>
            </a:avLst>
          </a:prstGeom>
          <a:solidFill>
            <a:srgbClr val="132A46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Out-of-contract hour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€35/h + VAT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589520" y="32004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the package, the lower the hourly rate — buy at the highest tier your client portfolio justifies.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a partnership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grows with your client portfolio.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9959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3886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partners@netmaster.pt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 to activate your partner agency account.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Netmaster Reseller Program for Agencies</dc:title>
  <dc:subject>PptxGenJS Presentation</dc:subject>
  <dc:creator>Netmaster</dc:creator>
  <cp:lastModifiedBy>Netmaster</cp:lastModifiedBy>
  <cp:revision>1</cp:revision>
  <dcterms:created xsi:type="dcterms:W3CDTF">2026-07-07T13:58:57Z</dcterms:created>
  <dcterms:modified xsi:type="dcterms:W3CDTF">2026-07-07T13:58:57Z</dcterms:modified>
</cp:coreProperties>
</file>