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NETMASTER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Planos de Manutenção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Segurança, atualizações e performance para o seu website — com o nível de suporte certo para cada fase do seu negócio.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· PrestaShop · Wix · Sites e Apps Custom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Planos de Entrada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procura manutenção simples e previsível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0992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Automated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63040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pura, sem intervenção humana regular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15€</a:t>
            </a:r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   ou   </a:t>
            </a:r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150€/ano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IVA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822960" y="277063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64748B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770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horas incluídas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22960" y="3200400"/>
            <a:ext cx="4846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automáticas de WordPress core, temas e plugins (sem staging)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de segurança/malware automatizado (sem revisão humana)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semanal offsite, retenção 30 dias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Monitorização de uptime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mensal básico + sugestões de melhoria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por email, sem SLA de resposta garantido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325880"/>
            <a:ext cx="539496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600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70992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Essencial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7132320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com intervenção humana e staging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6492240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40€</a:t>
            </a:r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   ou   </a:t>
            </a:r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400€/ano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IVA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6492240" y="277063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834640"/>
            <a:ext cx="164592" cy="164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12280" y="2770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1h/mês incluída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492240" y="3200400"/>
            <a:ext cx="48463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de WordPress core, temas e plugins (mensal)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testadas em staging antes de subirem a produção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diário offsite, retenção 30 dias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segurança/malware mensal (com revisão humana)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mensal básico + sugestões/consultoria de melhoria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Monitorização de uptime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por email, resposta em 48h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Planos Avançados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negócios em crescimento e lojas online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1C4E7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0992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63040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Essencial, com mais segurança e performance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80€</a:t>
            </a:r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   ou   </a:t>
            </a:r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800€/ano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IVA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822960" y="277063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C4E73">
              <a:alpha val="12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34640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770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4h/mês incluídas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2296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C4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plano Essencial, mais: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22960" y="35204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de backups de 90 dias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Firewall/WAF ativo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de segurança semanais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performance básica (cache, imagens)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standard + consultoria de melhoria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por email + chat, resposta em 24h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325880"/>
            <a:ext cx="539496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92240" y="1600200"/>
            <a:ext cx="502920" cy="502920"/>
          </a:xfrm>
          <a:prstGeom prst="ellipse">
            <a:avLst/>
          </a:prstGeom>
          <a:solidFill>
            <a:srgbClr val="C77D1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70992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32320" y="1572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/ E-commerce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7132320" y="1901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prioritária e SLA formal para lojas online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492240" y="231343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160€</a:t>
            </a:r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   ou   </a:t>
            </a:r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1600€/ano</a:t>
            </a:r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IVA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6492240" y="277063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C77D18">
              <a:alpha val="12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834640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2770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8h/mês incluídas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77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plano Standard, mais: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492240" y="352044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Monitorização 24/7 com alerta automático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de segurança diários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prioritária (&lt;4h úteis; &lt;1h incidentes críticos)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pós-atualização do checkout (WooCommerce/PrestaShop)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avançada de performance (Core Web Vitals)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detalhado + reunião de planeamento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✓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formal com garantia de uptime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Rápida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11064240" cy="5120640"/>
        </p:xfrm>
        <a:graphic>
          <a:graphicData uri="http://schemas.openxmlformats.org/drawingml/2006/table">
            <a:tbl>
              <a:tblPr/>
              <a:tblGrid>
                <a:gridCol w="2926080"/>
                <a:gridCol w="2034540"/>
                <a:gridCol w="2034540"/>
                <a:gridCol w="2034540"/>
                <a:gridCol w="20345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AI Automated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Essencial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Standard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E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Premium / E-commerce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D1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Preço mensal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15€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40€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80€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160€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Preço anual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150€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400€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800€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1600€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Horas incluídas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1h/mês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4h/mês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8h/mês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Staging antes de produção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Sim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Sim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Sim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Retenção de backup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7 dias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30 dias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90 dias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90 dias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Firewall/WAF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Sim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Sim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Monitorização 24/7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Sim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SLA formal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Sim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332"/>
                          </a:solidFill>
                        </a:rPr>
                        <a:t>Suporte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Email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Email (48h)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Email+Chat (24h)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B6B7C"/>
                          </a:solidFill>
                        </a:rPr>
                        <a:t>Prioritário (&lt;4h/&lt;1h)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Pacotes de Horas Avulsas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trabalho além das horas incluídas no plano de manutenção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675120" cy="4206240"/>
        </p:xfrm>
        <a:graphic>
          <a:graphicData uri="http://schemas.openxmlformats.org/drawingml/2006/table">
            <a:tbl>
              <a:tblPr/>
              <a:tblGrid>
                <a:gridCol w="2834640"/>
                <a:gridCol w="1920240"/>
                <a:gridCol w="19202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Pacote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Preço/hora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Validade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Hora avulsa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30€/h + IVA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1 mês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10h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28€/h + IVA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3 meses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25h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26€/h + IVA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6 meses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50h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24€/h + IVA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9 meses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75h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22€/h + IVA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12 meses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2332"/>
                          </a:solidFill>
                        </a:rPr>
                        <a:t>150h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20€/h + IVA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</a:rPr>
                        <a:t>18 meses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37160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132A46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fora de contrato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6384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35€/h + IVA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63840" y="2514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sem plano de manutenção ativo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9520" y="3566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 o pacote, menor o preço por hora — ideal para projetos com necessidade previsível de desenvolvimento contínuo.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manter o seu website seguro,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rápido e sempre atualizado.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0873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geral@netmaster.pt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connosco para escolher o plano certo para o seu website.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Planos de Manutenção Netmaster</dc:title>
  <dc:subject>PptxGenJS Presentation</dc:subject>
  <dc:creator>Netmaster</dc:creator>
  <cp:lastModifiedBy>Netmaster</cp:lastModifiedBy>
  <cp:revision>1</cp:revision>
  <dcterms:created xsi:type="dcterms:W3CDTF">2026-07-07T13:58:57Z</dcterms:created>
  <dcterms:modified xsi:type="dcterms:W3CDTF">2026-07-07T13:58:57Z</dcterms:modified>
</cp:coreProperties>
</file>