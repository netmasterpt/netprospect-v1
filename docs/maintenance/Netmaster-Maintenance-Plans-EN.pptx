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NETMASTER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Plans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updates and performance for your website — with the right level of support for every stage of your business.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· PrestaShop · Wix · Custom Sites and Apps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Entry-Level Plans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those looking for simple, predictable maintenance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099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Automated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6304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automation, no regular human intervention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 or  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€150/year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VAT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822960" y="27706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4748B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included hours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" y="320040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updates to WordPress core, themes and plugins (no staging)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security/malware scan (no human review)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offsite backup, 30-day retention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monitoring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basic report + improvement suggestions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support, no guaranteed response SLA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325880"/>
            <a:ext cx="539496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70992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13232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with human oversight and staging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49224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 or  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€400/year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VAT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6492240" y="27706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834640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1h/month included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92240" y="320040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core, theme and plugin updates (monthly)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tested on staging before going live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offsite backup, 30-day retention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security/malware check (human-reviewed)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basic report + improvement suggestions/consulting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monitoring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support, 48h response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Plans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growing businesses and online stores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C4E7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099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6304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Essential, plus more security and performance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 or  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€800/year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VAT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822960" y="27706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C4E73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4h/month included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 plan, plus: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35204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backup retention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firewall/WAF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security scans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performance optimization (cache, image compression)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 + improvement consulting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chat support, 24h response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325880"/>
            <a:ext cx="539496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rgbClr val="C77D1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70992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/ E-commerce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13232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response and formal SLA for online stores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9224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€160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  or  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€1,600/year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VAT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6492240" y="27706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77D18">
              <a:alpha val="12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834640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8h/month included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Standard plan, plus: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92240" y="35204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monitoring with automatic alerts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security scans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response (&lt;4h business hours; &lt;1h critical incidents)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Post-update checkout testing (WooCommerce/PrestaShop stores)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performance optimization (Core Web Vitals)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report + planning meeting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SLA with uptime guarantee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Comparison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1064240" cy="5120640"/>
        </p:xfrm>
        <a:graphic>
          <a:graphicData uri="http://schemas.openxmlformats.org/drawingml/2006/table">
            <a:tbl>
              <a:tblPr/>
              <a:tblGrid>
                <a:gridCol w="2926080"/>
                <a:gridCol w="2034540"/>
                <a:gridCol w="2034540"/>
                <a:gridCol w="2034540"/>
                <a:gridCol w="20345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AI Automated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Essential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Standard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Premium / E-commerce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D1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Monthly price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€15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€40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€80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€160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Annual price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€150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€400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€800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€1,600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Included hours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1h/month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4h/month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8h/month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Staging before production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Backup retention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7 days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30 days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90 days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90 days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Firewall/WAF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24/7 monitoring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Formal SLA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Support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Email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Email (48h)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Email+Chat (24h)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Priority (&lt;4h/&lt;1h)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Hourly Top-Up Packages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work beyond the hours included in your maintenance plan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420624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Package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Price/hour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Validity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Single hour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€30/h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 month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10h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€28/h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3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25h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€26/h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6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50h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€24/h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9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75h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€22/h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12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150h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€20/h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18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37160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132A4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Out-of-contract hour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€35/h + VAT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clients without an active maintenance plan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9520" y="3566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the package, the lower the hourly rate — ideal for projects with predictable, ongoing development needs.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keep your website secure,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and always up to date.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0873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hello@netmaster.pt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to choose the right plan for your website.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Netmaster Maintenance Plans</dc:title>
  <dc:subject>PptxGenJS Presentation</dc:subject>
  <dc:creator>Netmaster</dc:creator>
  <cp:lastModifiedBy>Netmaster</cp:lastModifiedBy>
  <cp:revision>1</cp:revision>
  <dcterms:created xsi:type="dcterms:W3CDTF">2026-07-07T13:58:57Z</dcterms:created>
  <dcterms:modified xsi:type="dcterms:W3CDTF">2026-07-07T13:58:57Z</dcterms:modified>
</cp:coreProperties>
</file>